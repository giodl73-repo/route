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Status: draft
Kind: deck
Owner: route-comms
Truth label: concept. This deck sells the ROUTE / Interstate 2.0 vision for
politicians, funders, states, and industry. It does not claim final corridor
rankings, official endorsement, construction readiness, or ROI values.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Interstate 2.0 should be a promise, not a map.</dc:title>
  <dc:subject>PptxGenJS Presentation</dc:subject>
  <dc:creator>Created by Marp</dc:creator>
  <cp:lastModifiedBy>Created by Marp</cp:lastModifiedBy>
  <cp:revision>1</cp:revision>
  <dcterms:created xsi:type="dcterms:W3CDTF">2026-06-16T12:47:33Z</dcterms:created>
  <dcterms:modified xsi:type="dcterms:W3CDTF">2026-06-16T12:47:33Z</dcterms:modified>
</cp:coreProperties>
</file>