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Status: draft
Kind: deck
Owner: interstate-comms
Truth label: concept. This is the public solution pitch for Interstate 2.0.
It does not name the supporting technology platform, claim final corridor
rankings, official endorsement, construction readiness, publication-grade SLA
proof, or ROI values.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Interstate 2.0 should be a promise, not a map.</dc:title>
  <dc:subject>PptxGenJS Presentation</dc:subject>
  <dc:creator>Created by Marp</dc:creator>
  <cp:lastModifiedBy>Created by Marp</cp:lastModifiedBy>
  <cp:revision>1</cp:revision>
  <dcterms:created xsi:type="dcterms:W3CDTF">2026-06-16T18:18:34Z</dcterms:created>
  <dcterms:modified xsi:type="dcterms:W3CDTF">2026-06-16T18:18:34Z</dcterms:modified>
</cp:coreProperties>
</file>