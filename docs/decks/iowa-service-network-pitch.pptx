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Title: Iowa Service Network Pitch
Slug: iowa-service-network-pitch
Kind: deck
Status: draft
Truth label: concept / evidence-bounded. Client-facing state service-network
pitch with official-plan, legal-SLA, construction, funding, ROI, clearance,
validation, endorsement, and public-readiness claims held.
Sources:
  - docs/briefs/iowa-state-service-network-goals.md
  - docs/briefs/iowa-state-service-network-offer.md
  - docs/briefs/iowa-service-network-discovery-workshop.md
  - docs/briefs/state-value-brief.md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opening question</dc:title>
  <dc:subject>PptxGenJS Presentation</dc:subject>
  <dc:creator>Created by Marp</dc:creator>
  <cp:lastModifiedBy>Created by Marp</cp:lastModifiedBy>
  <cp:revision>1</cp:revision>
  <dcterms:created xsi:type="dcterms:W3CDTF">2026-06-22T03:07:36Z</dcterms:created>
  <dcterms:modified xsi:type="dcterms:W3CDTF">2026-06-22T03:07:36Z</dcterms:modified>
</cp:coreProperties>
</file>