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draft
Kind: deck
Owner: route-comms
Truth label: sales-ready / evidence-bounded. This deck sells the ROUTE state
service-network diagnostic and Texas paid-pilot pathway. It does not claim
TxDOT endorsement, official-plan status, legal SLA readiness, construction
readiness, numeric ROI, procurement readiness, validation, public readiness, or
source-backed full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buyer already has maps</dc:title>
  <dc:subject>PptxGenJS Presentation</dc:subject>
  <dc:creator>Created by Marp</dc:creator>
  <cp:lastModifiedBy>Created by Marp</cp:lastModifiedBy>
  <cp:revision>1</cp:revision>
  <dcterms:created xsi:type="dcterms:W3CDTF">2026-06-22T02:59:35Z</dcterms:created>
  <dcterms:modified xsi:type="dcterms:W3CDTF">2026-06-22T02:59:35Z</dcterms:modified>
</cp:coreProperties>
</file>